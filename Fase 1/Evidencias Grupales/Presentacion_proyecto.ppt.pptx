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eAwZfi+e3mpmVijxYDq/DhwT9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6F9429-25E7-4C5A-B5D0-EBBF0C368EB1}">
  <a:tblStyle styleId="{026F9429-25E7-4C5A-B5D0-EBBF0C368E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3b4ef4a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a3b4ef4a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</a:t>
            </a:r>
            <a:r>
              <a:rPr lang="es-CL" sz="3200"/>
              <a:t>Cabañas Algarrobo Connect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544876" y="1296747"/>
            <a:ext cx="6781017" cy="4590224"/>
            <a:chOff x="0" y="0"/>
            <a:chExt cx="6781017" cy="4590224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Daniel Parada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Jose Cisterna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Antonia Muñoz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0" y="3522730"/>
              <a:ext cx="6781017" cy="106749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462952" y="3522730"/>
              <a:ext cx="5318064" cy="1067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Bastian Garrido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Documentador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Técnico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6749" y="3629480"/>
              <a:ext cx="1356203" cy="853995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4" name="Google Shape;104;p2" title="IMG_20260814_143837.jpg"/>
          <p:cNvPicPr preferRelativeResize="0"/>
          <p:nvPr/>
        </p:nvPicPr>
        <p:blipFill rotWithShape="1">
          <a:blip r:embed="rId3">
            <a:alphaModFix/>
          </a:blip>
          <a:srcRect b="39323" l="0" r="0" t="24478"/>
          <a:stretch/>
        </p:blipFill>
        <p:spPr>
          <a:xfrm>
            <a:off x="4634650" y="2514600"/>
            <a:ext cx="1375626" cy="95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56508" l="33399" r="26632" t="21279"/>
          <a:stretch/>
        </p:blipFill>
        <p:spPr>
          <a:xfrm>
            <a:off x="4634650" y="3725925"/>
            <a:ext cx="1375626" cy="95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WhatsApp Image 2026-08-16 at 18.14.54.jpeg"/>
          <p:cNvPicPr preferRelativeResize="0"/>
          <p:nvPr/>
        </p:nvPicPr>
        <p:blipFill rotWithShape="1">
          <a:blip r:embed="rId5">
            <a:alphaModFix/>
          </a:blip>
          <a:srcRect b="13932" l="6079" r="4787" t="25307"/>
          <a:stretch/>
        </p:blipFill>
        <p:spPr>
          <a:xfrm>
            <a:off x="4676638" y="1296750"/>
            <a:ext cx="1291650" cy="10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 title="WhatsApp Image 2026-01-05 at 05.25.07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4675" y="4836625"/>
            <a:ext cx="1375599" cy="95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gestiona sus reservas manualmente mediante Facebook y WhatsApp, lo que limita su alcance, genera demoras y además dificulta la administración. Se necesita un sistema en línea que optimice el proceso de reservas, automatice la gestión y mejore la accesibilidad para los clientes.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que permita a los clientes explorar cabañas disponibles, consultar información detallada y realizar reservas de manera automatizada. El sistema incluirá la disponibilidad de las cabañas, un panel de administración para gestionar reservas y clientes, y una opción para hablar con una persona que los atienda, optimizando la operatividad y mejorando la experiencia del usuario.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objetivo del desarrollo es crear una plataforma web intuitiva que permita a los usuarios explorar y reservar cabañas de forma sencilla. Se facilitará el proceso de reserva mediante un chat interno de fácil uso, mejorando la comunicación y reduciendo tiempos de respuesta. Además, se implementarán mantenedores para gestionar cabañas, reservas y usuarios de manera eficiente, garantizando seguridad y escalabilidad para el crecimiento del negocio.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Diseñar una interfaz web intuitiva y amigable que permita a los usuarios explorar el sitio y acceder fácilmente a las funciones principales.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Implementar un sistema de reserva de cabañas en línea, que facilite al usuario la selección de fechas, cabaña y confirmación de su solicitud.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100">
                <a:solidFill>
                  <a:schemeClr val="dk1"/>
                </a:solidFill>
              </a:rPr>
              <a:t>Desarrollar mantenedores de datos para cabañas, reservas y usuarios, que permitan al administrador gestionar de manera eficiente la información del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914374" y="1664801"/>
            <a:ext cx="100728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Registro, login y control de roles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reservas por parte del cliente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Confirmación/rechazo de reservas por el administrador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Mantenedores de usuarios, cabañas, pagos e inventario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Exportar reportes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pagos en línea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envía correos automáticos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tiene control automático de inventario físico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●"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tiene aplicación móvil (sólo versión web/escritorio)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s-CL" sz="1100">
                <a:solidFill>
                  <a:schemeClr val="dk1"/>
                </a:solidFill>
              </a:rPr>
            </a:br>
            <a:r>
              <a:rPr b="1" lang="es-CL" sz="1100">
                <a:solidFill>
                  <a:schemeClr val="dk1"/>
                </a:solidFill>
              </a:rPr>
              <a:t>Cliente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Usuario externo que navega por la plataforma para explorar cabañas y realizar reservas.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Puede registrarse, iniciar sesión, reservar y enviar comentarios.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100">
                <a:solidFill>
                  <a:schemeClr val="dk1"/>
                </a:solidFill>
              </a:rPr>
              <a:t>Administrador</a:t>
            </a:r>
            <a:br>
              <a:rPr b="1" lang="es-CL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Usuario con acceso total al sistema y acceso a </a:t>
            </a:r>
            <a:r>
              <a:rPr lang="es-CL" sz="1100">
                <a:solidFill>
                  <a:schemeClr val="dk1"/>
                </a:solidFill>
              </a:rPr>
              <a:t>aplicación</a:t>
            </a:r>
            <a:r>
              <a:rPr lang="es-CL" sz="1100">
                <a:solidFill>
                  <a:schemeClr val="dk1"/>
                </a:solidFill>
              </a:rPr>
              <a:t> de escritorio.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Encargado de gestionar usuarios, cabañas, reservas, pagos, inventario, reportes y responder mensajes del chat.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100">
                <a:solidFill>
                  <a:schemeClr val="dk1"/>
                </a:solidFill>
              </a:rPr>
              <a:t>Puede acceder a mantenedores, confirmar o rechazar reservas, y mantener actualizada la disponibilidad.</a:t>
            </a:r>
            <a:br>
              <a:rPr lang="es-CL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6700"/>
            <a:ext cx="5877274" cy="487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625" y="1807025"/>
            <a:ext cx="6253523" cy="499369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925" y="1589325"/>
            <a:ext cx="3273324" cy="5160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5275" y="1589325"/>
            <a:ext cx="3180450" cy="5160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3300" y="1527100"/>
            <a:ext cx="3308951" cy="516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9" title="4.png"/>
          <p:cNvPicPr preferRelativeResize="0"/>
          <p:nvPr/>
        </p:nvPicPr>
        <p:blipFill rotWithShape="1">
          <a:blip r:embed="rId4">
            <a:alphaModFix/>
          </a:blip>
          <a:srcRect b="61559" l="0" r="0" t="0"/>
          <a:stretch/>
        </p:blipFill>
        <p:spPr>
          <a:xfrm>
            <a:off x="6213400" y="2694724"/>
            <a:ext cx="4719200" cy="28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3b4ef4ae_0_2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5" name="Google Shape;165;g3fa3b4ef4ae_0_2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g3fa3b4ef4ae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225" y="1657325"/>
            <a:ext cx="3260125" cy="508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fa3b4ef4ae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9825" y="1657313"/>
            <a:ext cx="3260125" cy="5088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fa3b4ef4ae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7025" y="1485600"/>
            <a:ext cx="3352250" cy="523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74" name="Google Shape;174;p10"/>
          <p:cNvGraphicFramePr/>
          <p:nvPr/>
        </p:nvGraphicFramePr>
        <p:xfrm>
          <a:off x="1708434" y="23568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{026F9429-25E7-4C5A-B5D0-EBBF0C368EB1}</a:tableStyleId>
              </a:tblPr>
              <a:tblGrid>
                <a:gridCol w="3217850"/>
                <a:gridCol w="4307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Inicio y planificación del proyecto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s-CL" sz="1100"/>
                        <a:t>13 de Agosto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 DAS terminado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s-CL" sz="1100"/>
                        <a:t>28 de Agosto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Entrega FASE 1 completa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s-CL" sz="1100"/>
                        <a:t>8 de Septiembre</a:t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Entrega FASE 2 y desarrollo completo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s-CL" sz="1100"/>
                        <a:t>29</a:t>
                      </a:r>
                      <a:r>
                        <a:rPr lang="es-CL" sz="1100"/>
                        <a:t> de Octubre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Cierre del proyecto (FASE 3)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Char char="●"/>
                      </a:pPr>
                      <a:r>
                        <a:rPr lang="es-CL" sz="1100"/>
                        <a:t>10</a:t>
                      </a:r>
                      <a:r>
                        <a:rPr lang="es-CL" sz="1100"/>
                        <a:t> de Diciembre</a:t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lt1"/>
                        </a:solidFill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738" y="2110225"/>
            <a:ext cx="7104800" cy="33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641252" y="1828016"/>
            <a:ext cx="108612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tecnología que se ocupará para realizar el proyecto son: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Frontend:</a:t>
            </a:r>
            <a:r>
              <a:rPr lang="es-CL">
                <a:solidFill>
                  <a:schemeClr val="dk1"/>
                </a:solidFill>
              </a:rPr>
              <a:t> HTML, CSS, JavaScript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Backend:</a:t>
            </a:r>
            <a:r>
              <a:rPr lang="es-CL">
                <a:solidFill>
                  <a:schemeClr val="dk1"/>
                </a:solidFill>
              </a:rPr>
              <a:t>MySQL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IDE:</a:t>
            </a:r>
            <a:r>
              <a:rPr lang="es-CL">
                <a:solidFill>
                  <a:schemeClr val="dk1"/>
                </a:solidFill>
              </a:rPr>
              <a:t> Visual Studio Code o Google Antigravity</a:t>
            </a:r>
            <a:br>
              <a:rPr lang="es-C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CL">
                <a:solidFill>
                  <a:schemeClr val="dk1"/>
                </a:solidFill>
              </a:rPr>
              <a:t>Documentos:</a:t>
            </a:r>
            <a:r>
              <a:rPr lang="es-CL">
                <a:solidFill>
                  <a:schemeClr val="dk1"/>
                </a:solidFill>
              </a:rPr>
              <a:t> Word, PowerPoint, Excel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desarrollo del sistema “Cabañas Algarrobo Connect” nos permitió aplicar de manera práctica los conocimientos adquiridos a lo largo de la carrera, como el análisis de requerimientos, el diseño arquitectónico de software, el modelado de base de datos y el desarrollo de aplicaciones web.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fortalecimos habilidades personales y profesionales, tales como la planificación, la comunicación efectiva, el trabajo en equipo y la resolución de problemas reales en entornos simulados.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proyecto representa una solución concreta y escalable para pequeñas empresas turísticas, mejorando la gestión de reservas, la organización interna y la experiencia del cliente. Fue una experiencia enriquecedora que reafirma nuestras capacidades como futuros analistas programadores.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